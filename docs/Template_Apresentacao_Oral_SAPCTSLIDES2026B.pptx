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embeddedFontLs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Lauria da Cruz" userId="e5c136e4-ecda-4537-a4b7-e07e6dac5500" providerId="ADAL" clId="{599CCA62-F4B3-4706-9835-C2C41B290946}"/>
    <pc:docChg chg="custSel modSld">
      <pc:chgData name="Gabriel Lauria da Cruz" userId="e5c136e4-ecda-4537-a4b7-e07e6dac5500" providerId="ADAL" clId="{599CCA62-F4B3-4706-9835-C2C41B290946}" dt="2026-02-11T13:06:22.146" v="7" actId="34135"/>
      <pc:docMkLst>
        <pc:docMk/>
      </pc:docMkLst>
      <pc:sldChg chg="addSp delSp modSp mod">
        <pc:chgData name="Gabriel Lauria da Cruz" userId="e5c136e4-ecda-4537-a4b7-e07e6dac5500" providerId="ADAL" clId="{599CCA62-F4B3-4706-9835-C2C41B290946}" dt="2026-02-11T13:06:22.146" v="7" actId="34135"/>
        <pc:sldMkLst>
          <pc:docMk/>
          <pc:sldMk cId="0" sldId="256"/>
        </pc:sldMkLst>
        <pc:picChg chg="add mod">
          <ac:chgData name="Gabriel Lauria da Cruz" userId="e5c136e4-ecda-4537-a4b7-e07e6dac5500" providerId="ADAL" clId="{599CCA62-F4B3-4706-9835-C2C41B290946}" dt="2026-02-11T13:06:22.146" v="7" actId="34135"/>
          <ac:picMkLst>
            <pc:docMk/>
            <pc:sldMk cId="0" sldId="256"/>
            <ac:picMk id="3" creationId="{4CB6D6F4-75FC-907B-F8E0-E8681A058672}"/>
          </ac:picMkLst>
        </pc:picChg>
        <pc:picChg chg="del">
          <ac:chgData name="Gabriel Lauria da Cruz" userId="e5c136e4-ecda-4537-a4b7-e07e6dac5500" providerId="ADAL" clId="{599CCA62-F4B3-4706-9835-C2C41B290946}" dt="2026-02-11T13:06:14.774" v="0" actId="478"/>
          <ac:picMkLst>
            <pc:docMk/>
            <pc:sldMk cId="0" sldId="256"/>
            <ac:picMk id="8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B0328F-7C3F-ED75-D32E-FCEA6CD9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Imagem em branco e preto&#10;&#10;Descrição gerada automaticamente com confiança média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1380"/>
            <a:ext cx="12207015" cy="7120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58619"/>
            <a:ext cx="4036355" cy="1180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7244" y="0"/>
            <a:ext cx="1165087" cy="658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3DA70471-677A-FA6C-6CD2-0CF48F959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9122" y="150813"/>
            <a:ext cx="1121479" cy="48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2247" y="2259308"/>
            <a:ext cx="2602019" cy="147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3BFB8E73-E769-BB93-7041-E0E263F44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5260" y="5840413"/>
            <a:ext cx="1121479" cy="488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 xmlns="f669e5db-8216-4767-8765-5c106c935a63" xsi:nil="true"/>
    <lcf76f155ced4ddcb4097134ff3c332f xmlns="f669e5db-8216-4767-8765-5c106c935a63">
      <Terms xmlns="http://schemas.microsoft.com/office/infopath/2007/PartnerControls"/>
    </lcf76f155ced4ddcb4097134ff3c332f>
    <TaxCatchAll xmlns="61ed00d3-b95b-49cb-aaac-c4e788828f5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3559D24A189843A705DCAFAEC0B137" ma:contentTypeVersion="20" ma:contentTypeDescription="Crie um novo documento." ma:contentTypeScope="" ma:versionID="289f59ee561973bc3c454ec41fafdc64">
  <xsd:schema xmlns:xsd="http://www.w3.org/2001/XMLSchema" xmlns:xs="http://www.w3.org/2001/XMLSchema" xmlns:p="http://schemas.microsoft.com/office/2006/metadata/properties" xmlns:ns2="f669e5db-8216-4767-8765-5c106c935a63" xmlns:ns3="61ed00d3-b95b-49cb-aaac-c4e788828f5e" targetNamespace="http://schemas.microsoft.com/office/2006/metadata/properties" ma:root="true" ma:fieldsID="79f8c8b4fa28edb900d0ffcf62de8357" ns2:_="" ns3:_="">
    <xsd:import namespace="f669e5db-8216-4767-8765-5c106c935a63"/>
    <xsd:import namespace="61ed00d3-b95b-49cb-aaac-c4e788828f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Imagem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9e5db-8216-4767-8765-5c106c935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5" nillable="true" ma:displayName="Imagem" ma:format="Thumbnail" ma:internalName="Imagem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d00d3-b95b-49cb-aaac-c4e788828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45363e-5cca-49ed-baa5-6f84b8176714}" ma:internalName="TaxCatchAll" ma:showField="CatchAllData" ma:web="61ed00d3-b95b-49cb-aaac-c4e788828f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CF3D6-8C26-47CB-8222-E12500FF1D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002501-C2A4-428D-9DC2-3E13F3023614}">
  <ds:schemaRefs>
    <ds:schemaRef ds:uri="http://schemas.microsoft.com/office/2006/metadata/properties"/>
    <ds:schemaRef ds:uri="http://schemas.microsoft.com/office/infopath/2007/PartnerControls"/>
    <ds:schemaRef ds:uri="f669e5db-8216-4767-8765-5c106c935a63"/>
    <ds:schemaRef ds:uri="61ed00d3-b95b-49cb-aaac-c4e788828f5e"/>
  </ds:schemaRefs>
</ds:datastoreItem>
</file>

<file path=customXml/itemProps3.xml><?xml version="1.0" encoding="utf-8"?>
<ds:datastoreItem xmlns:ds="http://schemas.openxmlformats.org/officeDocument/2006/customXml" ds:itemID="{3606E40D-7C12-4F7C-AB5A-F4C231350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69e5db-8216-4767-8765-5c106c935a63"/>
    <ds:schemaRef ds:uri="61ed00d3-b95b-49cb-aaac-c4e788828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Lauria da Cruz</dc:creator>
  <cp:lastModifiedBy>Eduardo Augusto Almeida Bastos</cp:lastModifiedBy>
  <cp:revision>2</cp:revision>
  <dcterms:modified xsi:type="dcterms:W3CDTF">2026-02-12T12:22:21Z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0x0101006E3559D24A189843A705DCAFAEC0B137</vt:lpwstr>
  </property>
  <property fmtid="{D5CDD505-2E9C-101B-9397-08002B2CF9AE}" pid="3" name="MediaServiceImageTags">
    <vt:lpwstr/>
  </property>
</Properties>
</file>